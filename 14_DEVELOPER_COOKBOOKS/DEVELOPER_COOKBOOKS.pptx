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LLAMA_CPP | Category: CHIP_QUANTIZATION</a:t>
            </a:r>
          </a:p>
          <a:p>
            <a:r>
              <a:rPr sz="1400"/>
              <a:t>Upstream: https://github.com/ggerganov/llama.cpp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LLAMA_CPP.</a:t>
            </a:r>
          </a:p>
          <a:p>
            <a:r>
              <a:rPr sz="1400"/>
              <a:t>CPU-optimized quantized LLM inference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LLAMA_CPP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
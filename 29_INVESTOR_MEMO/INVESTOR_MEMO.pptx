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LLAMA_CPP | Category: CHIP_QUANTIZATION</a:t>
            </a:r>
          </a:p>
          <a:p>
            <a:r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CPU/GPU LLM inference in C++ without data egress. Cloud-hosted alternatives leak data by architecture; Anticloud FZ LLE delivers LLAMA_CPP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LLAMA_CPP (https://github.com/ggerganov/llama.cpp,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CHIP_QUANTIZATION;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
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LLAMA_CPP (CHIP_QUANTIZATION)</a:t>
            </a:r>
          </a:p>
          <a:p>
            <a:r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LLAMA_CPP is an Anticloud FZ LLE integration of CPU/GPU LLM inference in C++,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MIT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CHIP_QUANTIZATION.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